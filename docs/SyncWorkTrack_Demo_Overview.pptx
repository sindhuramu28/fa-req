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f8627de9c04b84" /><Relationship Type="http://schemas.openxmlformats.org/officeDocument/2006/relationships/extended-properties" Target="/docProps/app.xml" Id="R77eda66ea7644262" /><Relationship Type="http://schemas.openxmlformats.org/officeDocument/2006/relationships/officeDocument" Target="/ppt/presentation.xml" Id="Rd753f9ab20ae4d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9f9ce05ec04392"/>
  </p:sldMasterIdLst>
  <p:notesMasterIdLst>
    <p:notesMasterId xmlns:r="http://schemas.openxmlformats.org/officeDocument/2006/relationships" r:id="R88a9000bf58f4be3"/>
  </p:notesMasterIdLst>
  <p:sldIdLst>
    <p:sldId xmlns:r="http://schemas.openxmlformats.org/officeDocument/2006/relationships" id="256" r:id="Rbcad48f4c1e340dc"/>
    <p:sldId xmlns:r="http://schemas.openxmlformats.org/officeDocument/2006/relationships" id="257" r:id="R8946b71a77494358"/>
    <p:sldId xmlns:r="http://schemas.openxmlformats.org/officeDocument/2006/relationships" id="258" r:id="Rb3872bcfe9f047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171b6b2b05410c" /><Relationship Type="http://schemas.openxmlformats.org/officeDocument/2006/relationships/slideMaster" Target="/ppt/slideMasters/slideMaster1.xml" Id="R679f9ce05ec04392" /><Relationship Type="http://schemas.openxmlformats.org/officeDocument/2006/relationships/notesMaster" Target="/ppt/notesMasters/notesMaster1.xml" Id="R88a9000bf58f4be3" /><Relationship Type="http://schemas.openxmlformats.org/officeDocument/2006/relationships/presProps" Target="/ppt/presProps.xml" Id="R71a5302564a54027" /><Relationship Type="http://schemas.openxmlformats.org/officeDocument/2006/relationships/tableStyles" Target="/ppt/tableStyles.xml" Id="Rfc01dce839f947bd" /><Relationship Type="http://schemas.openxmlformats.org/officeDocument/2006/relationships/slide" Target="/ppt/slides/slide1.xml" Id="Rbcad48f4c1e340dc" /><Relationship Type="http://schemas.openxmlformats.org/officeDocument/2006/relationships/slide" Target="/ppt/slides/slide2.xml" Id="R8946b71a77494358" /><Relationship Type="http://schemas.openxmlformats.org/officeDocument/2006/relationships/slide" Target="/ppt/slides/slide3.xml" Id="Rb3872bcfe9f047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ba655bc26a4a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d6f2504a9447b9" /><Relationship Type="http://schemas.openxmlformats.org/officeDocument/2006/relationships/notesMaster" Target="/ppt/notesMasters/notesMaster1.xml" Id="R71b2768f1ac74e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d584c3ebbd47e9" /><Relationship Type="http://schemas.openxmlformats.org/officeDocument/2006/relationships/notesMaster" Target="/ppt/notesMasters/notesMaster1.xml" Id="R21d5e82774db42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24e7e21719439c" /><Relationship Type="http://schemas.openxmlformats.org/officeDocument/2006/relationships/notesMaster" Target="/ppt/notesMasters/notesMaster1.xml" Id="R4f6d44df373640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introduce the business need before opening the live application. Source: Summary of requirements (2).docx and the current SyncWorkTrack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Summary of requirements (2).docx; SyncWorkTrack app.py, templates/index.html and README.md. Clarify that Test Plans and Test Suites remain outside the current work-item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sequence: validate using a PAT with Work Items read/write access; select one mapped item and one new item; preview; activate; synchronize; open the destination IDs; confirm State remained unchanged; show the daily schedule control. Screenshot captured from the current local 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aa85e82a543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9328250500418e" /><Relationship Type="http://schemas.openxmlformats.org/officeDocument/2006/relationships/slideLayout" Target="/ppt/slideLayouts/slideLayout1.xml" Id="Rd96bf5f413bc41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6bf5f413bc41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137cc9eea45a3" /><Relationship Type="http://schemas.openxmlformats.org/officeDocument/2006/relationships/notesSlide" Target="/ppt/notesSlides/notesSlide1.xml" Id="Rd091543d01be46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f4cc2410c4ec6" /><Relationship Type="http://schemas.openxmlformats.org/officeDocument/2006/relationships/notesSlide" Target="/ppt/notesSlides/notesSlide2.xml" Id="R3ac0a7e654b54a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1c845971949c1" /><Relationship Type="http://schemas.openxmlformats.org/officeDocument/2006/relationships/image" Target="/ppt/media/image.jpeg" Id="R263c29ca251d4d54" /><Relationship Type="http://schemas.openxmlformats.org/officeDocument/2006/relationships/notesSlide" Target="/ppt/notesSlides/notesSlide3.xml" Id="R98a67ade7b384d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E6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43A9B-88BF-45BF-9AD2-72D5344F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FC5F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5F3"/>
                </a:solidFill>
                <a:latin typeface="Arial"/>
                <a:ea typeface="Arial"/>
                <a:cs typeface="Arial"/>
              </a:rPr>
              <a:t>SYNCWORKTRACK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7FE92-BCD5-447A-845A-B7CD30E8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95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Azure DevOps work items aligned across projects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DA927-AAFC-405E-B59F-9CC09770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5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E5FA"/>
                </a:solidFill>
                <a:latin typeface="Arial"/>
                <a:ea typeface="Arial"/>
                <a:cs typeface="Arial"/>
              </a:rPr>
              <a:t>One source project. Multiple destinations. Destination workflow states remain unchanged.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92D1B-7463-49AB-9873-6BE4F9BC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F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21624-0674-44E5-9436-C956CECE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Epic, Feature, Requirement, Task and 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FA5C5-146D-47B1-ACAB-12C247E4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240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C438A-7A76-44AE-B53A-E861974E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5F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5F3"/>
                </a:solidFill>
                <a:latin typeface="Arial"/>
                <a:ea typeface="Arial"/>
                <a:cs typeface="Arial"/>
              </a:rPr>
              <a:t>SOURCE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A7CEE-4A00-4127-B80C-A5E789A0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861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   C   …   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3C937-0186-4CD1-966D-86D2C131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576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5F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5F3"/>
                </a:solidFill>
                <a:latin typeface="Arial"/>
                <a:ea typeface="Arial"/>
                <a:cs typeface="Arial"/>
              </a:rPr>
              <a:t>DESTINATION PROJECTS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096D0-2D18-4645-B898-D7EF7CF6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5F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FC5F3"/>
                </a:solidFill>
                <a:latin typeface="Arial"/>
                <a:ea typeface="Arial"/>
                <a:cs typeface="Arial"/>
              </a:rPr>
              <a:t>Demo overview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991CD-AD80-4ABB-B093-7FB351BD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FD0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FD0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548096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04356-992B-4047-8119-804CF711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What SyncWorkTrack delivers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58F09-D718-4375-ABAD-01D12375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C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BEA5C-5A2C-45C8-80BB-D725BC46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E6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2E67"/>
                </a:solidFill>
                <a:latin typeface="Arial"/>
                <a:ea typeface="Arial"/>
                <a:cs typeface="Arial"/>
              </a:rPr>
              <a:t>Synchronization 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30427-1BC0-4E2E-BE35-BB37A928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CC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CC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C45EC-41C4-4AF6-A8F1-31C739E1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383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Creates mapped copies, then updates the same destination IDs on later runs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00365-9CC3-4986-B3DE-3E8EF31A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CC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CC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28B23-F7CF-485D-9BCB-8788554E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5750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Copies selected fields, Test Steps, discussions, hyperlinks and the FA-Synced tracking tag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377CA-9A7A-4671-B9F1-7B226750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CC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CC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23F60-51AE-46AD-9443-1A7BC448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766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3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Reconciles mapped Parent/Child, Affects/Affected By and other Azure work-item links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9D840-AA51-46F8-B598-8376146A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76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50584-7338-47E6-B608-8B488B79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E6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2E67"/>
                </a:solidFill>
                <a:latin typeface="Arial"/>
                <a:ea typeface="Arial"/>
                <a:cs typeface="Arial"/>
              </a:rPr>
              <a:t>Control and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11B24-8163-44FF-9500-4C696F41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7A5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7A55"/>
                </a:solidFill>
                <a:latin typeface="Arial"/>
                <a:ea typeface="Arial"/>
                <a:cs typeface="Arial"/>
              </a:rPr>
              <a:t>Destination State never changes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BB37A-0BA7-4572-A5F2-85A613A2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Preview separates To create, Changes to sync and Up to date before any write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FE2D6-F952-47FC-A5C6-613F3C3E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Manual runs stay available. Windows Task Scheduler can run daily at a selected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6FECA-F485-491C-B122-1ECDB731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624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The PAT stays session-only or in Windows Credential Manager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23936-7CEA-4528-BB57-C914D944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2E6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2E67"/>
                </a:solidFill>
                <a:latin typeface="Arial"/>
                <a:ea typeface="Arial"/>
                <a:cs typeface="Arial"/>
              </a:rPr>
              <a:t>Result: source-controlled work items stay aligned while each destination keeps its own workflow state.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5CD12-717B-4563-B12A-3BAC0BB9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08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43965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86981A-434A-48B7-92C8-3FEEE415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Live demo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693AB-A076-4D9A-8E0F-3976B05B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5825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089"/>
                </a:solidFill>
                <a:latin typeface="Arial"/>
                <a:ea typeface="Arial"/>
                <a:cs typeface="Arial"/>
              </a:rPr>
              <a:t>A short walkthrough from connection to verified destination IDs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c29ca251d4d54"/>
          <a:stretch xmlns:a="http://schemas.openxmlformats.org/drawingml/2006/main"/>
        </p:blipFill>
        <p:spPr>
          <a:xfrm xmlns:a="http://schemas.openxmlformats.org/drawingml/2006/main">
            <a:off x="1311833" y="1428750"/>
            <a:ext cx="5958359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6842E-85E0-4C92-A0EB-96D537F5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621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CC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CC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9ECA1-9355-41C1-B6F4-DEE6E070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240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Validate the source and destination projects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44F82-29D2-4869-86F4-3E99A9E6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146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CC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CC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8EE8D-6E1D-4EF1-96B2-2E17F2C8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Select work items and fields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D25A8-9880-430E-8CB0-483A3E8E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671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CC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CC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D74A3-86EE-4E64-8A3A-35B90C01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290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Preview creates, changes and unchanged mappings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575A6-7027-4992-B2D0-8412D642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196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CC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CC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DCD43-2B3C-4D05-94E5-BE3D6A97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815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Synchronize, then verify IDs, links and destination states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A6595-8B1C-4156-AD7E-03F32259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9115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C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6F779-2320-4608-9EE6-3498C053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72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2E6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2E67"/>
                </a:solidFill>
                <a:latin typeface="Arial"/>
                <a:ea typeface="Arial"/>
                <a:cs typeface="Arial"/>
              </a:rPr>
              <a:t>Next: open SyncWorkTrack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0636F-2D0E-4816-BEAC-D6FF0284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08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75736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2026-10-07T09:21:44.5330000Z</dcterms:created>
  <dcterms:modified xsi:type="dcterms:W3CDTF">2026-10-07T09:21:44.5330000Z</dcterms:modified>
</coreProperties>
</file>