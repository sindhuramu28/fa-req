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e30828ade148c9" /><Relationship Type="http://schemas.openxmlformats.org/officeDocument/2006/relationships/extended-properties" Target="/docProps/app.xml" Id="R9e54fce98f2c4bc4" /><Relationship Type="http://schemas.openxmlformats.org/officeDocument/2006/relationships/officeDocument" Target="/ppt/presentation.xml" Id="R05ea5aab172a42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802fcf5ae14938"/>
  </p:sldMasterIdLst>
  <p:notesMasterIdLst>
    <p:notesMasterId xmlns:r="http://schemas.openxmlformats.org/officeDocument/2006/relationships" r:id="Rd04efdf481174925"/>
  </p:notesMasterIdLst>
  <p:sldIdLst>
    <p:sldId xmlns:r="http://schemas.openxmlformats.org/officeDocument/2006/relationships" id="256" r:id="R80d17422d15f4b8e"/>
    <p:sldId xmlns:r="http://schemas.openxmlformats.org/officeDocument/2006/relationships" id="257" r:id="Rf35924fac6b34c49"/>
    <p:sldId xmlns:r="http://schemas.openxmlformats.org/officeDocument/2006/relationships" id="258" r:id="R67ba86df753b4e8e"/>
    <p:sldId xmlns:r="http://schemas.openxmlformats.org/officeDocument/2006/relationships" id="259" r:id="R5efa6b7c7ed74f7a"/>
    <p:sldId xmlns:r="http://schemas.openxmlformats.org/officeDocument/2006/relationships" id="260" r:id="R2fc3a44d482e46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4687ca4eaa457f" /><Relationship Type="http://schemas.openxmlformats.org/officeDocument/2006/relationships/slideMaster" Target="/ppt/slideMasters/slideMaster1.xml" Id="R78802fcf5ae14938" /><Relationship Type="http://schemas.openxmlformats.org/officeDocument/2006/relationships/notesMaster" Target="/ppt/notesMasters/notesMaster1.xml" Id="Rd04efdf481174925" /><Relationship Type="http://schemas.openxmlformats.org/officeDocument/2006/relationships/presProps" Target="/ppt/presProps.xml" Id="Refa107f0ae064a29" /><Relationship Type="http://schemas.openxmlformats.org/officeDocument/2006/relationships/tableStyles" Target="/ppt/tableStyles.xml" Id="R3ff655f4fc854f76" /><Relationship Type="http://schemas.openxmlformats.org/officeDocument/2006/relationships/slide" Target="/ppt/slides/slide1.xml" Id="R80d17422d15f4b8e" /><Relationship Type="http://schemas.openxmlformats.org/officeDocument/2006/relationships/slide" Target="/ppt/slides/slide2.xml" Id="Rf35924fac6b34c49" /><Relationship Type="http://schemas.openxmlformats.org/officeDocument/2006/relationships/slide" Target="/ppt/slides/slide3.xml" Id="R67ba86df753b4e8e" /><Relationship Type="http://schemas.openxmlformats.org/officeDocument/2006/relationships/slide" Target="/ppt/slides/slide4.xml" Id="R5efa6b7c7ed74f7a" /><Relationship Type="http://schemas.openxmlformats.org/officeDocument/2006/relationships/slide" Target="/ppt/slides/slide5.xml" Id="R2fc3a44d482e46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ab57c12dbc4b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a4fdb3e54a4db9" /><Relationship Type="http://schemas.openxmlformats.org/officeDocument/2006/relationships/notesMaster" Target="/ppt/notesMasters/notesMaster1.xml" Id="R1de4b774cd5243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3dec9350914788" /><Relationship Type="http://schemas.openxmlformats.org/officeDocument/2006/relationships/notesMaster" Target="/ppt/notesMasters/notesMaster1.xml" Id="Rb49c128391f944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190f87cafb4b09" /><Relationship Type="http://schemas.openxmlformats.org/officeDocument/2006/relationships/notesMaster" Target="/ppt/notesMasters/notesMaster1.xml" Id="R0ab07f11900b4b8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024fdb60fd4bde" /><Relationship Type="http://schemas.openxmlformats.org/officeDocument/2006/relationships/notesMaster" Target="/ppt/notesMasters/notesMaster1.xml" Id="R45b29c34638346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fda48fde17424b" /><Relationship Type="http://schemas.openxmlformats.org/officeDocument/2006/relationships/notesMaster" Target="/ppt/notesMasters/notesMaster1.xml" Id="Rd6c19abcfdf04b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b15a11b8524b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4ee4548a4a40fd" /><Relationship Type="http://schemas.openxmlformats.org/officeDocument/2006/relationships/slideLayout" Target="/ppt/slideLayouts/slideLayout1.xml" Id="Rd0100304b35249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100304b35249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40f41a2a424200" /><Relationship Type="http://schemas.openxmlformats.org/officeDocument/2006/relationships/notesSlide" Target="/ppt/notesSlides/notesSlide1.xml" Id="Rea3a9dd360a442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495598313483e" /><Relationship Type="http://schemas.openxmlformats.org/officeDocument/2006/relationships/notesSlide" Target="/ppt/notesSlides/notesSlide2.xml" Id="Rfd7e6629b5c3414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0776b82eca453a" /><Relationship Type="http://schemas.openxmlformats.org/officeDocument/2006/relationships/notesSlide" Target="/ppt/notesSlides/notesSlide3.xml" Id="Re3b46109f2de46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c7f1d7cfb41ce" /><Relationship Type="http://schemas.openxmlformats.org/officeDocument/2006/relationships/notesSlide" Target="/ppt/notesSlides/notesSlide4.xml" Id="Ra8e65cab3dc84a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a96e2d2a848bb" /><Relationship Type="http://schemas.openxmlformats.org/officeDocument/2006/relationships/notesSlide" Target="/ppt/notesSlides/notesSlide5.xml" Id="R571e1cd3655047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7682D8-3C11-4AD3-9330-CE9EC0181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7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D9D54C-8E24-4EE7-8E13-CAC6F7D4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D7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D7FF"/>
                </a:solidFill>
                <a:latin typeface="Aptos"/>
                <a:ea typeface="Aptos"/>
                <a:cs typeface="Aptos"/>
              </a:rPr>
              <a:t>SYNCWORKTRACK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165E5-A3A7-4F97-B76F-B25D547A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71625"/>
            <a:ext cx="685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Controlled synchronization</a:t>
            </a:r>
          </a:p>
          <a:p xmlns:a="http://schemas.openxmlformats.org/drawingml/2006/main">
            <a:pPr algn="l">
              <a:defRPr sz="34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across Azure DevOps projects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D6E10E-C02A-4A10-A1A9-4DE70FAD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E8FF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CE8FF"/>
                </a:solidFill>
                <a:latin typeface="Aptos"/>
                <a:ea typeface="Aptos"/>
                <a:cs typeface="Aptos"/>
              </a:rPr>
              <a:t>One source project with multiple managed destinations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9C6600-A538-4809-A236-BC048D6E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09800"/>
            <a:ext cx="1352550" cy="1352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58E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54B57F-D828-45C5-A5E7-3884E341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00325"/>
            <a:ext cx="971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2AB4C6-8FF2-4A70-9796-99CDBA1F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57500"/>
            <a:ext cx="15144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7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08CFC0-F3C5-434D-B017-612E13CB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8763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3072B1-F06E-4C27-865F-11F874D9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038225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358E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358E8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BEAA3D-19C7-4B10-9345-0D10C63D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857500"/>
            <a:ext cx="10572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7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DC7EA-EA77-4042-86AF-3D096DFC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000125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700C7E-2EB9-42D0-B245-1E4D5B26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1620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358E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358E8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A0637-0A6A-4C58-AFC0-ABDE238E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857500"/>
            <a:ext cx="16287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7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127254-9751-4A19-9B7F-D44B2B7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4290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A26541-8016-4F6C-8870-23537608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590925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358E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358E8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D7501C-D2AE-44EF-9DE3-FA63C590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57500"/>
            <a:ext cx="16097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7F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851AD0-7C2E-40A5-8B70-EC20921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48125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3E2F58-7805-4E37-B09F-55737C68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100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358E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358E8"/>
                </a:solidFill>
                <a:latin typeface="Aptos"/>
                <a:ea typeface="Aptos"/>
                <a:cs typeface="Aptos"/>
              </a:rPr>
              <a:t>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85FFA0-95A6-4897-BF90-31F55CEA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86375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Epic  Feature  Requirement  Task  Test Case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F3A55B-426D-4591-96C1-1B5A3E8B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CE8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8FF"/>
                </a:solidFill>
                <a:latin typeface="Aptos"/>
                <a:ea typeface="Aptos"/>
                <a:cs typeface="Aptos"/>
              </a:rPr>
              <a:t>Destination workflow states remain unchanged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5698CB-118B-4688-A59A-57700C6E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246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DCE8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CE8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542769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AE3506-B788-489A-A22D-6CB5B5B8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981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0213E"/>
                </a:solidFill>
                <a:latin typeface="Aptos"/>
                <a:ea typeface="Aptos"/>
                <a:cs typeface="Aptos"/>
              </a:rPr>
              <a:t>Synchronization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CEBC38-4B6D-4AE3-ACBF-B7F12271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52775"/>
            <a:ext cx="9525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618C78-721C-44EA-969B-CCC61F36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1219200" cy="121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58E8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4F9FB-902A-455D-8556-F3142F98C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38BEC1-388C-4645-A08D-66CC4F89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0375"/>
            <a:ext cx="121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62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Define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61688A-3EC8-48F1-A1FD-D2544CD2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00500"/>
            <a:ext cx="2133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0213E"/>
                </a:solidFill>
                <a:latin typeface="Aptos"/>
                <a:ea typeface="Aptos"/>
                <a:cs typeface="Aptos"/>
              </a:rPr>
              <a:t>Select source work items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9BDE5-F30B-4BE5-9BE9-95C3EABA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71750"/>
            <a:ext cx="1219200" cy="121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D7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3E8E77-5A37-4DD7-850A-3E6A8DAD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8605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A0CB7C-DBA8-45AC-951F-C20DB08D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00375"/>
            <a:ext cx="121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94C9B9-08FA-4B2E-B76A-C118370C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00500"/>
            <a:ext cx="2133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0213E"/>
                </a:solidFill>
                <a:latin typeface="Aptos"/>
                <a:ea typeface="Aptos"/>
                <a:cs typeface="Aptos"/>
              </a:rPr>
              <a:t>Assess planned changes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1062F-0B6B-4DEE-B217-A37C1B8D7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571750"/>
            <a:ext cx="1219200" cy="121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678200-972B-4B81-98D9-E6BC367B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8605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EE1FF4-6A42-4BAD-8C09-7E510E46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00375"/>
            <a:ext cx="121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Authorize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129AC7-3BAE-4EAE-94F7-FB1CBCA2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2133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0213E"/>
                </a:solidFill>
                <a:latin typeface="Aptos"/>
                <a:ea typeface="Aptos"/>
                <a:cs typeface="Aptos"/>
              </a:rPr>
              <a:t>Enable Azure write operations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5C997F-A970-4A4E-AE2B-9B4B6826A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71750"/>
            <a:ext cx="1219200" cy="121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7D6A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94981A-902F-42A9-B28C-1654947E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68605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EDE35F-20F1-401E-AD6A-FD84A945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00375"/>
            <a:ext cx="121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Execute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4F4700-87D4-4847-BCE7-AC631346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00500"/>
            <a:ext cx="2133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0213E"/>
                </a:solidFill>
                <a:latin typeface="Aptos"/>
                <a:ea typeface="Aptos"/>
                <a:cs typeface="Aptos"/>
              </a:rPr>
              <a:t>Create or update mapped items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A90F71-3597-4B05-A26D-8E0CE369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4292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358E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358E8"/>
                </a:solidFill>
                <a:latin typeface="Aptos"/>
                <a:ea typeface="Aptos"/>
                <a:cs typeface="Aptos"/>
              </a:rPr>
              <a:t>Manual execution or daily schedule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512495-E74D-4BC1-952D-2B1F432A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246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216908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DF4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711578-8E82-4619-99D4-F6074D18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981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0213E"/>
                </a:solidFill>
                <a:latin typeface="Aptos"/>
                <a:ea typeface="Aptos"/>
                <a:cs typeface="Aptos"/>
              </a:rPr>
              <a:t>Relationship preservation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E551CB-7040-4125-A274-114E0CAD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85875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58E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58E8"/>
                </a:solidFill>
                <a:latin typeface="Aptos"/>
                <a:ea typeface="Aptos"/>
                <a:cs typeface="Aptos"/>
              </a:rPr>
              <a:t>HIERARCHY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E9DCD-9849-40D3-8037-9A0D6E56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285875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58E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58E8"/>
                </a:solidFill>
                <a:latin typeface="Aptos"/>
                <a:ea typeface="Aptos"/>
                <a:cs typeface="Aptos"/>
              </a:rPr>
              <a:t>TRACEABILITY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9A424D-9591-4D3B-B228-B54C09DC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952625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58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D26A66-3DA2-460B-8DB9-1D3BC194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247900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EPIC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F85C27-97A5-40E4-A6E5-12BF5B90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676525"/>
            <a:ext cx="76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02001B-EDA7-4AE6-98F2-493BE2E0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095625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D7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DA2EB-C81C-4705-A01D-D2266AA9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390900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FEATURE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6045F0-B73D-4FCA-BEDC-CBCB0723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819525"/>
            <a:ext cx="76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1935EB-A9BC-490B-9A4A-CFD83207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238625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5D6D0C-35BA-4050-8274-90D3C7CB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533900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REQUIREMENT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D599D2-D6EB-40E5-A3DD-6B9337B0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62525"/>
            <a:ext cx="76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2CC3DF-0A42-495B-ACA1-E647ED7B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81625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7D6A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3CF79E-B8B3-460D-AA35-4FC79C3D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676900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TASK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3B3CB6-8B27-4F39-855E-24B90FD4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67000"/>
            <a:ext cx="142875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58E8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D00C55-CFA3-4502-98CA-B7AF83FA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0515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FEATURE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D0F048-D970-4D90-8A53-1B30C4B8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667000"/>
            <a:ext cx="142875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0C6AC9-5E46-402D-9632-AA3E4DE3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10515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REQUIREMENT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28AE7A-1688-4229-8652-6D1B04CE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238500"/>
            <a:ext cx="1143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FABD1D-89BC-4287-9EC1-D3B20182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90825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13E"/>
                </a:solidFill>
                <a:latin typeface="Aptos"/>
                <a:ea typeface="Aptos"/>
                <a:cs typeface="Aptos"/>
              </a:rPr>
              <a:t>Affects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025829-882C-4AC5-94C4-87171010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099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13E"/>
                </a:solidFill>
                <a:latin typeface="Aptos"/>
                <a:ea typeface="Aptos"/>
                <a:cs typeface="Aptos"/>
              </a:rPr>
              <a:t>Affected by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B4F2FE-8286-4F86-9CA4-D1221D38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19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Parent selection includes supported descendants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52C1BE-78F5-463E-8798-A2600A95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509587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13E"/>
                </a:solidFill>
                <a:latin typeface="Aptos"/>
                <a:ea typeface="Aptos"/>
                <a:cs typeface="Aptos"/>
              </a:rPr>
              <a:t>Relationships use mapped destination IDs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03930C-956C-49AC-BD52-7319007F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246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483554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A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448AAA-5277-41CF-ABA9-F420E6FC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981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Governance and safeguards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FCB56B-C406-4C52-A96B-2AD87F0C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D7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47D7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416F3E-44DD-4D06-9B79-2C31355E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571625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58E8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357192-1D86-4460-A5B3-2A78C1A2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4097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Mapping integrity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810C04-8D4D-4947-B388-0A5FA11A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0970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CE8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8FF"/>
                </a:solidFill>
                <a:latin typeface="Aptos"/>
                <a:ea typeface="Aptos"/>
                <a:cs typeface="Aptos"/>
              </a:rPr>
              <a:t>Persistent source-to-destination ID mappings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DD036-715D-4358-9CB4-F623A124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D7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47D7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12356-38C5-4170-A175-9CD95F2A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64795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58E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B6892D-362A-4E1B-A2CC-2887502A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48602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Workflow protection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69E52B-E59B-4CAA-907C-5D03D451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860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CE8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8FF"/>
                </a:solidFill>
                <a:latin typeface="Aptos"/>
                <a:ea typeface="Aptos"/>
                <a:cs typeface="Aptos"/>
              </a:rPr>
              <a:t>Destination state remains unchanged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119E9B-922E-4D29-B518-22437438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D7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47D7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3F9033-4DCC-494F-9765-E6A56D41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24275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58E8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E64344-2482-45D4-8356-C4A25680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5623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Credential protection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878688-A73B-4D02-9D0C-69EA86C7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623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CE8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8FF"/>
                </a:solidFill>
                <a:latin typeface="Aptos"/>
                <a:ea typeface="Aptos"/>
                <a:cs typeface="Aptos"/>
              </a:rPr>
              <a:t>Session memory or Windows Credential Manager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52A1A6-4083-4824-8272-10A09AEA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57725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D7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47D7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29F385-1695-4D33-9C0C-F9D0A9D7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0060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58E8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5D86F5-1629-4B5A-80A7-7796269C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3867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Run traceability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9D483E-B7D6-4FBA-916F-84269593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38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CE8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8FF"/>
                </a:solidFill>
                <a:latin typeface="Aptos"/>
                <a:ea typeface="Aptos"/>
                <a:cs typeface="Aptos"/>
              </a:rPr>
              <a:t>Destination IDs, errors and exportable logs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6ACAEC-239A-46D2-9569-DBFD0B70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53125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C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C857"/>
                </a:solidFill>
                <a:latin typeface="Aptos"/>
                <a:ea typeface="Aptos"/>
                <a:cs typeface="Aptos"/>
              </a:rPr>
              <a:t>PAT scope: Work Items read and write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69C9E0-E5C7-4EEF-A957-273AC6E1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246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DCE8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CE8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270230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30ED92-73AB-41C2-B80F-F4EF204B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58E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58E8"/>
                </a:solidFill>
                <a:latin typeface="Aptos"/>
                <a:ea typeface="Aptos"/>
                <a:cs typeface="Aptos"/>
              </a:rPr>
              <a:t>LIVE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78744B-F91A-434F-88DC-C3107351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0125"/>
            <a:ext cx="8763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0213E"/>
                </a:solidFill>
                <a:latin typeface="Aptos"/>
                <a:ea typeface="Aptos"/>
                <a:cs typeface="Aptos"/>
              </a:rPr>
              <a:t>Live synchronization demonstration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91E3E2-4F65-4161-B5D5-B2C64C97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52800"/>
            <a:ext cx="9429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28AD14-7CE1-4A0D-83DB-4E9650B1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33675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58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13B9AC-9B8B-4CA0-B951-1BEDC92B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242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159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Source update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75785-B5FE-4F3A-84F6-F8C39BB1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333875"/>
            <a:ext cx="1981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13E"/>
                </a:solidFill>
                <a:latin typeface="Aptos"/>
                <a:ea typeface="Aptos"/>
                <a:cs typeface="Aptos"/>
              </a:rPr>
              <a:t>Modify a selected source field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33FD98-63C8-4AC8-8A40-E3B2FB1B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733675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D7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825315-D64D-496F-9FDC-ECF074A7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1242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4FA258-F8A8-4E9B-8E2E-D0FF8C4F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33875"/>
            <a:ext cx="1981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13E"/>
                </a:solidFill>
                <a:latin typeface="Aptos"/>
                <a:ea typeface="Aptos"/>
                <a:cs typeface="Aptos"/>
              </a:rPr>
              <a:t>Preview the planned changes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C3F902-98C7-4D2F-9EAE-B8C09BB6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33675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729D46-ADD3-447E-8D03-CB38C8FE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242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Execution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9DFCD6-2B11-4F7A-B79B-5CDE1D34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333875"/>
            <a:ext cx="1981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13E"/>
                </a:solidFill>
                <a:latin typeface="Aptos"/>
                <a:ea typeface="Aptos"/>
                <a:cs typeface="Aptos"/>
              </a:rPr>
              <a:t>Synchronize selected content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3A65DF-41B5-4F36-AB7F-E224AB63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33675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7D6A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EE1CB5-F3FD-45D8-97C5-109693E0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1242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71A3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71A3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402436-D25D-4647-9CC8-FF12B054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333875"/>
            <a:ext cx="1981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0213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13E"/>
                </a:solidFill>
                <a:latin typeface="Aptos"/>
                <a:ea typeface="Aptos"/>
                <a:cs typeface="Aptos"/>
              </a:rPr>
              <a:t>Confirm IDs, relationships and logs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D54862-C15B-4499-9160-D4C9E78E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358E8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358E8"/>
                </a:solidFill>
                <a:latin typeface="Aptos"/>
                <a:ea typeface="Aptos"/>
                <a:cs typeface="Aptos"/>
              </a:rPr>
              <a:t>Proceed to SyncWorkTrack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54F3C6-CFB1-45B0-AE9A-CB73438E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8102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Validate the expected results in Azure DevOps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5B1A42-3FFD-4370-88F6-675E46FD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246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078777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2026-10-08T15:09:34.3820000Z</dcterms:created>
  <dcterms:modified xsi:type="dcterms:W3CDTF">2026-10-08T15:09:34.3820000Z</dcterms:modified>
</coreProperties>
</file>