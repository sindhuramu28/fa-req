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c6852e383c4cde" /><Relationship Type="http://schemas.openxmlformats.org/officeDocument/2006/relationships/extended-properties" Target="/docProps/app.xml" Id="R1b8f6c6ccec9447f" /><Relationship Type="http://schemas.openxmlformats.org/officeDocument/2006/relationships/officeDocument" Target="/ppt/presentation.xml" Id="Rc9348ce55fff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2b30fd61f4957"/>
  </p:sldMasterIdLst>
  <p:notesMasterIdLst>
    <p:notesMasterId xmlns:r="http://schemas.openxmlformats.org/officeDocument/2006/relationships" r:id="R194ef11f69604177"/>
  </p:notesMasterIdLst>
  <p:sldIdLst>
    <p:sldId xmlns:r="http://schemas.openxmlformats.org/officeDocument/2006/relationships" id="256" r:id="R9ff997d5c2154387"/>
    <p:sldId xmlns:r="http://schemas.openxmlformats.org/officeDocument/2006/relationships" id="257" r:id="R5d45b610d2454d23"/>
    <p:sldId xmlns:r="http://schemas.openxmlformats.org/officeDocument/2006/relationships" id="258" r:id="Rfe4dd4d606cd4962"/>
    <p:sldId xmlns:r="http://schemas.openxmlformats.org/officeDocument/2006/relationships" id="259" r:id="Rd72139f0d4e64f76"/>
    <p:sldId xmlns:r="http://schemas.openxmlformats.org/officeDocument/2006/relationships" id="260" r:id="Rb97fd1052faa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d195f285c4944" /><Relationship Type="http://schemas.openxmlformats.org/officeDocument/2006/relationships/slideMaster" Target="/ppt/slideMasters/slideMaster1.xml" Id="Rbe52b30fd61f4957" /><Relationship Type="http://schemas.openxmlformats.org/officeDocument/2006/relationships/notesMaster" Target="/ppt/notesMasters/notesMaster1.xml" Id="R194ef11f69604177" /><Relationship Type="http://schemas.openxmlformats.org/officeDocument/2006/relationships/presProps" Target="/ppt/presProps.xml" Id="R9f88afa68fac4945" /><Relationship Type="http://schemas.openxmlformats.org/officeDocument/2006/relationships/tableStyles" Target="/ppt/tableStyles.xml" Id="Rf0f31049da9d41a5" /><Relationship Type="http://schemas.openxmlformats.org/officeDocument/2006/relationships/slide" Target="/ppt/slides/slide1.xml" Id="R9ff997d5c2154387" /><Relationship Type="http://schemas.openxmlformats.org/officeDocument/2006/relationships/slide" Target="/ppt/slides/slide2.xml" Id="R5d45b610d2454d23" /><Relationship Type="http://schemas.openxmlformats.org/officeDocument/2006/relationships/slide" Target="/ppt/slides/slide3.xml" Id="Rfe4dd4d606cd4962" /><Relationship Type="http://schemas.openxmlformats.org/officeDocument/2006/relationships/slide" Target="/ppt/slides/slide4.xml" Id="Rd72139f0d4e64f76" /><Relationship Type="http://schemas.openxmlformats.org/officeDocument/2006/relationships/slide" Target="/ppt/slides/slide5.xml" Id="Rb97fd1052faa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4139e81feb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ac10f19e6440e" /><Relationship Type="http://schemas.openxmlformats.org/officeDocument/2006/relationships/notesMaster" Target="/ppt/notesMasters/notesMaster1.xml" Id="Ref5504f65062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fca6c7f0b414f" /><Relationship Type="http://schemas.openxmlformats.org/officeDocument/2006/relationships/notesMaster" Target="/ppt/notesMasters/notesMaster1.xml" Id="R6ec0fcf8ed0b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bd11d22954ef2" /><Relationship Type="http://schemas.openxmlformats.org/officeDocument/2006/relationships/notesMaster" Target="/ppt/notesMasters/notesMaster1.xml" Id="Rad0a41be1de9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cb853db200408e" /><Relationship Type="http://schemas.openxmlformats.org/officeDocument/2006/relationships/notesMaster" Target="/ppt/notesMasters/notesMaster1.xml" Id="R2188bcb354a8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5ac2584ce489c" /><Relationship Type="http://schemas.openxmlformats.org/officeDocument/2006/relationships/notesMaster" Target="/ppt/notesMasters/notesMaster1.xml" Id="R31197f33165d48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f469bdd35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165364ce0e4c95" /><Relationship Type="http://schemas.openxmlformats.org/officeDocument/2006/relationships/slideLayout" Target="/ppt/slideLayouts/slideLayout1.xml" Id="R9487c47ae60243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7c47ae60243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a5740da804c1f" /><Relationship Type="http://schemas.openxmlformats.org/officeDocument/2006/relationships/notesSlide" Target="/ppt/notesSlides/notesSlide1.xml" Id="R1d946d3da0a14b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835f0e4d247b8" /><Relationship Type="http://schemas.openxmlformats.org/officeDocument/2006/relationships/notesSlide" Target="/ppt/notesSlides/notesSlide2.xml" Id="R31f8b4e771dd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1bb03a03c4738" /><Relationship Type="http://schemas.openxmlformats.org/officeDocument/2006/relationships/notesSlide" Target="/ppt/notesSlides/notesSlide3.xml" Id="R855e04cdc3584a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9488bfaa44e1" /><Relationship Type="http://schemas.openxmlformats.org/officeDocument/2006/relationships/notesSlide" Target="/ppt/notesSlides/notesSlide4.xml" Id="R7500b848725947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f2dbdf80b493a" /><Relationship Type="http://schemas.openxmlformats.org/officeDocument/2006/relationships/notesSlide" Target="/ppt/notesSlides/notesSlide5.xml" Id="R99e57987d6e84d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582E3-5D57-4A3D-AC09-F298931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1020A-AFC6-4DAE-81D9-EBB1A8D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D7FF"/>
                </a:solidFill>
                <a:latin typeface="Aptos"/>
                <a:ea typeface="Aptos"/>
                <a:cs typeface="Aptos"/>
              </a:rPr>
              <a:t>SYNCWORKTRACK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862F4-9CC3-4E1C-BBCC-65AE3D1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One source.</a:t>
            </a:r>
          </a:p>
          <a:p xmlns:a="http://schemas.openxmlformats.org/drawingml/2006/main">
            <a:pPr algn="l">
              <a:defRPr sz="39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Every project aligned.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70119-9E97-4733-8641-17A631A5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Azure DevOps work items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86D23-53A9-4446-94BE-4383EA01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B2392-7703-4362-99EF-2E6234EF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032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5BE42-1DFA-4891-8315-EC70F8D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15144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A9FEE-F77E-4A90-9654-6B3EFCD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763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B4EB-EAB3-495D-AAD2-5334B68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38225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8F2D4-8CE6-4580-BAEE-CAF838D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57500"/>
            <a:ext cx="1057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32B33-704F-4394-B2C1-2B90A13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001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40207-3B71-4865-AC34-42D85FD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620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7A766-35ED-43D4-AF58-7C2048F6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57500"/>
            <a:ext cx="1628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635FB-2AE1-4DFB-ACEC-611396DC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0E687-2BCF-4B96-898A-D07B7C70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312D8-8B7A-40CB-A68C-D502CB77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609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8078D-135F-431D-95BE-4304DCC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7E040-D791-4086-9DE3-9CC0DDDD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0C0A1-290E-4BEB-9B9E-5D91860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Epic  Feature  Requirement  Task  Test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B863F-D050-4408-973E-019A0C5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Destination states stay untouched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2AE63-F7FC-453A-964C-4859F7F2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8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79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70CA7-5345-48AE-8F8B-C723D1A3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Synchronization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A73D0-0F67-43F9-9A79-8BD0CF10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952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F61A1-9675-46AA-B06F-D025BCD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514D-A5E0-4754-92D6-CE9CA512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520FF-50FB-4E6C-8E1D-829A440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6D9F3-2B2E-429F-8699-020697CE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Choose source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BEBBE-3B0B-481E-AD65-7037D8A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81E58-BF42-450C-A32A-2C324A0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86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9788D-5407-4591-A3B4-97EA1996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F39B7-CF91-47FD-978A-9EA60BC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See create, change or up to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BDE16-CD34-4E5A-8F1A-91E8ECCC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C89A8-CC3A-421E-B83B-65E864C7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5F8ED-113D-4928-BABF-C673E31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E4AA2-EA84-43AE-A0E4-54BA8A4A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Unlock Azure writes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313CD-4C6C-469B-842F-4BA61083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6A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FFD0-D26B-4A26-A875-ED7298D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150BA-94DF-48B8-9860-3903DFC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0375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EE992-BCE2-4C82-848F-2E97723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Create or update mappings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A7516-3AB0-4881-8AC6-C95A872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Manual run or daily schedule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22673-1EE5-47F9-A58D-98051BB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0897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22D81-EC2E-4E32-82B2-D9BF2D3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Work items stay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7199-ED5D-4C29-AA17-EBA0D9EB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D3EF4-E464-4E7B-8EC5-257E571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285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A01A-93AB-4653-B544-2CD7080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526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573AA-F7C5-4298-A7DE-62CEE194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479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EPIC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2A0B5-BCF2-4D7A-824B-4F456A62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765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FDB93-EB16-4755-A08C-2BE05A1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566AA-E5DA-4F84-A901-74CF507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EFB91-E29F-40D2-BE76-0872B0D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195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977C0-445F-4A34-A9DC-3AA2A56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8490A-6EA1-4EBF-B575-D3DFDE2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BC4E-EA11-46ED-8D92-ABFCE6D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625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28305-2C22-44C8-AB75-F02F428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6A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2C626-3C64-4421-94E8-9A022577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7DB58-CBB5-4867-81E5-B55212B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1557C-4549-4933-99FA-B635854D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9A1FB-A882-4324-8780-9792949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8A74E-8EA3-4A8D-A296-13F52D7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E70D2-2A8C-4567-AB9D-A75FE12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96093-DE6B-42DF-BD2F-220F833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Affects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DFAC6-9397-446A-A7C5-DF43E8B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Affected by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DB35-1561-4F66-9344-34944767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9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Select the parent 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5F6F7-529A-40EB-BE0D-2A6119F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95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Linked items follow their mapped IDs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9F605-0113-4CFD-A5A5-578D0F0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1003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4197A-1BDB-4EC5-A9C0-89C38EEE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Controlled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24FA-F8CA-4EA5-ABEB-DCBA32B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D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7D7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D75B4-C6E7-4F64-89FC-C001409F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716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2EDF2-E1D7-4B54-B349-70E4414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09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No duplicate surprises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BD2DD-5F48-42FB-8196-AD52F86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Exact match and saved ID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63E7B-9C0D-4172-9C69-1AF9FDE0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D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7D7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B1EC5-BDED-45EF-B7D1-B3599FD0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CF6F2-2475-498E-B45B-215C0F8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60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Destination workflow protected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249D2-737A-4E21-83A8-53BF36B6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State never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A17C8-AB4B-49C7-8CE6-8CC8821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D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7D7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FFF89-E687-4C0E-9568-71B2464D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242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B3DA3-01C9-4B56-99D2-6053921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Credentials stay secure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6AC3B-3617-4811-B832-71A97B17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Session only or Windows Credential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08D71-45DC-4AE6-872E-1FFDD90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D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7D7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054AE-B1B5-4B52-B0F7-01C7385E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16AD3-A2E3-41CB-BDE4-07D99E7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386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Every run leaves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41FB7-35E0-49D3-9301-6902E52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38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Destination IDs, errors and export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A295B-60C5-4E9E-B0EA-0FB4D54A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PAT scope: Work Items read and 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8A371-8184-4239-B39F-5CE4D53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8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915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6B6F9-2B50-41A5-A3B7-6F9F127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8D47C-25BA-48B4-B68C-6BFC6585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Watch one change travel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21CD9-5238-45AB-BBFF-CE272C0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942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2A6E1-5DEB-439D-93A9-86C38B1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8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479AB-420F-4108-BF78-1E51F88C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242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4F21B-593C-4219-8A64-FF37F608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3387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Edit a source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242DF-81F2-451E-BD88-1915B613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336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0DC9F-8003-4BEA-823D-30BC8BDA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0ED44-87E0-4486-982E-463865AA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3387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Preview the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A3348-047C-441C-9B4D-F121E89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7056A-B8C1-4195-AEC3-43C92C10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DCF8A-3232-44EB-9506-06D1BCE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3387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Send it to destinations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456DE-B575-4540-B54F-8C7245D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336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6A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DDD35-88B6-4B88-B3F4-1C6BF3D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242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3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B6082-AF31-4555-AB46-D6E83A5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33875"/>
            <a:ext cx="198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IDs, links and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EC1C1-B1C3-410B-B6E0-214EFC2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58E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58E8"/>
                </a:solidFill>
                <a:latin typeface="Aptos"/>
                <a:ea typeface="Aptos"/>
                <a:cs typeface="Aptos"/>
              </a:rPr>
              <a:t>Open SyncWorkTrack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9354D-A26D-41D8-A9B0-348F2EC4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8102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carries the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9DBA1-8F85-4B28-9524-0CA1B44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8566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2026-10-08T14:43:56.0260000Z</dcterms:created>
  <dcterms:modified xsi:type="dcterms:W3CDTF">2026-10-08T14:43:56.0260000Z</dcterms:modified>
</coreProperties>
</file>